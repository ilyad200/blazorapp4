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</p:sldIdLst>
  <p:sldSz cx="9144000" cy="5143500" type="screen16x9"/>
  <p:notesSz cx="5143500" cy="9144000"/>
  <p:embeddedFontLst>
    <p:embeddedFont>
      <p:font typeface="IBM Plex Sans" panose="020B0503050203000203" pitchFamily="34" charset="0"/>
      <p:regular r:id="rId12"/>
      <p:bold r:id="rId13"/>
      <p:italic r:id="rId14"/>
      <p:boldItalic r:id="rId15"/>
    </p:embeddedFont>
    <p:embeddedFont>
      <p:font typeface="IBM Plex Sans Medium" panose="020B0603050203000203" pitchFamily="34" charset="0"/>
      <p:regular r:id="rId16"/>
      <p:italic r:id="rId17"/>
    </p:embeddedFont>
    <p:embeddedFont>
      <p:font typeface="Roboto" panose="02000000000000000000" pitchFamily="2" charset="0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D4D1"/>
    <a:srgbClr val="F3F3F2"/>
    <a:srgbClr val="292C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2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658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42A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92C32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96119" y="4466445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Дипломный проект · </a:t>
            </a: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Лехнер Илья Олегович</a:t>
            </a:r>
            <a:endParaRPr lang="en-US" sz="1100" dirty="0"/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5658320A-7D2E-D2CB-889C-F6DB1665F9B4}"/>
              </a:ext>
            </a:extLst>
          </p:cNvPr>
          <p:cNvSpPr/>
          <p:nvPr/>
        </p:nvSpPr>
        <p:spPr>
          <a:xfrm>
            <a:off x="496119" y="1842577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ct val="104000"/>
              </a:lnSpc>
            </a:pPr>
            <a:r>
              <a:rPr lang="ru-RU" sz="2800" dirty="0">
                <a:solidFill>
                  <a:srgbClr val="F3F3F2"/>
                </a:solidFill>
                <a:latin typeface="IBM Plex Sans" panose="020B0503050203000203" pitchFamily="34" charset="0"/>
              </a:rPr>
              <a:t>Разработка приложения для сравнения диалогов с языковыми моделями с возможностью редактировать сообщения</a:t>
            </a:r>
            <a:endParaRPr lang="en-US" sz="2800" dirty="0">
              <a:solidFill>
                <a:srgbClr val="F3F3F2"/>
              </a:solidFill>
              <a:latin typeface="IBM Plex Sans" panose="020B0503050203000203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3237632-D15B-9C9E-A83D-335901326D6F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32172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 чего всё началось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487760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Работая с разными LLM, я столкнулся с двумя проблемами, которые создавали неудобства.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874044"/>
            <a:ext cx="2622724" cy="24372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3127" y="2034853"/>
            <a:ext cx="222490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Редактирование ломает историю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733127" y="2562820"/>
            <a:ext cx="2224906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Любое изменение сообщения в чате либо создаёт ветку, либо безвозвратно удаляет все последующие ответы. Невозможно попробовать другой вариант и быстро сравнить результат.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0601" y="1874044"/>
            <a:ext cx="2622724" cy="24372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97610" y="2034853"/>
            <a:ext cx="22249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Сравнение — ручной труд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3497610" y="2341364"/>
            <a:ext cx="2224906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Сравнение ответов разных моделей требует копирования, переключения вкладок и заметок. Никакого наглядного параллельного просмотра.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5083" y="1874044"/>
            <a:ext cx="2622724" cy="24372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62092" y="2034853"/>
            <a:ext cx="22249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Потребность в контроле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6262092" y="2341364"/>
            <a:ext cx="2224906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Возникла потребность в инструменте, который я могу полностью контролировать и адаптировать под свои сценарии.</a:t>
            </a:r>
            <a:endParaRPr lang="en-US" sz="110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8413380-EBC8-A0AE-3192-24935849B9E1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91592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27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Цели и задачи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388938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Цель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1752154"/>
            <a:ext cx="3902943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Создать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приложение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для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работы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с LLM, которое даёт неразрушающее редактирование с историей правок, восстановление контекста на любой момент диалога, наглядное сравнение двух чатов с синхронной прокруткой и подсветкой различий.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49701" y="1388938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Задачи</a:t>
            </a:r>
            <a:endParaRPr lang="en-US" sz="13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2832" y="1776933"/>
            <a:ext cx="212601" cy="21260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0398" y="1769864"/>
            <a:ext cx="344224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Хранение версий сообщений и снимков контекста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2832" y="2492797"/>
            <a:ext cx="212601" cy="21260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10398" y="2485727"/>
            <a:ext cx="344224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Реализация двойного окна для сравнения чатов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2832" y="3208660"/>
            <a:ext cx="212601" cy="21260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210398" y="3201591"/>
            <a:ext cx="344224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Интеграция OpenRouter для доступа к разным моделям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2832" y="3945806"/>
            <a:ext cx="212601" cy="21260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210398" y="3938736"/>
            <a:ext cx="344224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Построение удобного интерфейса под личные нужды</a:t>
            </a:r>
            <a:endParaRPr lang="en-US" sz="110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48F61C5-F179-E1B9-BC09-8270BB881BC1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77813"/>
            <a:ext cx="8151763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Основные возможности</a:t>
            </a:r>
            <a:endParaRPr lang="en-US" sz="2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097235"/>
            <a:ext cx="252487" cy="2524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1490216"/>
            <a:ext cx="400563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Чаты и модели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96119" y="1754907"/>
            <a:ext cx="400563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Создание нескольких чатов, выбор любой модели, </a:t>
            </a:r>
            <a:r>
              <a:rPr lang="en-US" sz="95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добавление</a:t>
            </a: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5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новых</a:t>
            </a:r>
            <a:r>
              <a:rPr lang="ru-RU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моделей</a:t>
            </a: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9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42247" y="1097235"/>
            <a:ext cx="252487" cy="25248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42247" y="1490216"/>
            <a:ext cx="400563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Версионирование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642247" y="1754907"/>
            <a:ext cx="4005635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Каждое</a:t>
            </a: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5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редактирование</a:t>
            </a:r>
            <a:r>
              <a:rPr lang="ru-RU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сообщения</a:t>
            </a: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сохраняется как новая версия.</a:t>
            </a:r>
            <a:endParaRPr lang="en-US" sz="9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2361679"/>
            <a:ext cx="252487" cy="25248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96119" y="2754660"/>
            <a:ext cx="400563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Восстановление контекста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496119" y="3019351"/>
            <a:ext cx="400563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Кнопка под сообщением возвращает весь чат к состоянию, которое привело к этому ответу.</a:t>
            </a:r>
            <a:endParaRPr lang="en-US" sz="9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2247" y="2361679"/>
            <a:ext cx="252487" cy="25248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642247" y="2754660"/>
            <a:ext cx="400563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Закреплённые сообщения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4642247" y="3019351"/>
            <a:ext cx="400563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Важные </a:t>
            </a:r>
            <a:r>
              <a:rPr lang="ru-RU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сообщения</a:t>
            </a: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всегда видны в боковой панели независимо от открытого чата.</a:t>
            </a:r>
            <a:endParaRPr lang="en-US" sz="9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119" y="3626123"/>
            <a:ext cx="252487" cy="25248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96119" y="4019104"/>
            <a:ext cx="400563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Сравнение чатов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96119" y="4283794"/>
            <a:ext cx="400563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Экран делится пополам; синхронная прокрутка с настраиваемым смещением; пословная подсветка отличий (DiffPlex).</a:t>
            </a:r>
            <a:endParaRPr lang="en-US" sz="9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2247" y="3626123"/>
            <a:ext cx="252487" cy="252487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642247" y="4019104"/>
            <a:ext cx="400563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Гибкий контекст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4642247" y="4283794"/>
            <a:ext cx="400563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Можно отправить модели только часть диалога до выбранного сообщения, не затрагивая остальное.</a:t>
            </a:r>
            <a:endParaRPr lang="en-US" sz="950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3011351-D4C7-2F33-B3FC-A19758410E48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89855"/>
            <a:ext cx="8151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Технологии</a:t>
            </a:r>
            <a:endParaRPr lang="en-US" sz="2400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0CD09E5-560C-D9BB-CC2C-6BA798A818D3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067407A-5E30-28E9-32D9-434A0E7BC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542" y="865426"/>
            <a:ext cx="6006916" cy="40566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E24D4DA-1E67-8AF6-60EE-018E9C58C64A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75640D-3570-E27E-6E6D-9FE5EA4DA39E}"/>
              </a:ext>
            </a:extLst>
          </p:cNvPr>
          <p:cNvSpPr txBox="1"/>
          <p:nvPr/>
        </p:nvSpPr>
        <p:spPr>
          <a:xfrm>
            <a:off x="319142" y="645397"/>
            <a:ext cx="25442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IBM Plex Sans Medium" panose="020B0603050203000203" pitchFamily="34" charset="0"/>
              </a:rPr>
              <a:t>Структура БД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BFC2025-E3A5-9D33-C864-59FFFA3EC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403" y="645397"/>
            <a:ext cx="4704456" cy="3935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45632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89855"/>
            <a:ext cx="8151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Как устроена история сообщений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224" y="807021"/>
            <a:ext cx="4603552" cy="43426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12195" y="3700182"/>
            <a:ext cx="1461448" cy="229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Сообщение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712195" y="3994663"/>
            <a:ext cx="1461448" cy="275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Слот в чате.Хранит его версии.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3812676" y="1557303"/>
            <a:ext cx="1461447" cy="229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Версия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812676" y="1851783"/>
            <a:ext cx="1461447" cy="55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Конкретный текст. Создается при любом изменении сообщения.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978243" y="3631402"/>
            <a:ext cx="1461447" cy="229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Снимок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978243" y="3925882"/>
            <a:ext cx="1461447" cy="41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Фиксирует какие версии были активны.</a:t>
            </a:r>
            <a:endParaRPr lang="en-US" sz="115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F33BB03-ABD8-2767-6D52-0E92EA7114FE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41139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Параллельный анализ диалогов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338486"/>
            <a:ext cx="262823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Синхронный скролл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96119" y="1914185"/>
            <a:ext cx="2628230" cy="1360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При</a:t>
            </a:r>
            <a:r>
              <a:rPr lang="en-US" sz="14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прокрутке сохраняется постоянное смещение индексов. Дополнительно синхронизируется положение внутри длинных сообщений.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0" y="1338486"/>
            <a:ext cx="262823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Подсветка отличий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0" y="1914185"/>
            <a:ext cx="3203890" cy="1066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Сравнение начинается с выбранной пары и идёт до конца чата. DiffPlex находит </a:t>
            </a:r>
            <a:r>
              <a:rPr lang="en-US" sz="1400" dirty="0">
                <a:solidFill>
                  <a:srgbClr val="D4D4D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пословные изменения</a:t>
            </a:r>
            <a:r>
              <a:rPr lang="en-US" sz="14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UI показывает цветную разметку.</a:t>
            </a:r>
            <a:endParaRPr lang="en-US" sz="1400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CD4D905-7249-D08D-FB89-84E1DEB03D5E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234306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Что получилось и что дальше</a:t>
            </a:r>
            <a:endParaRPr lang="en-US" sz="2750" dirty="0"/>
          </a:p>
        </p:txBody>
      </p:sp>
      <p:sp>
        <p:nvSpPr>
          <p:cNvPr id="4" name="Text 2"/>
          <p:cNvSpPr/>
          <p:nvPr/>
        </p:nvSpPr>
        <p:spPr>
          <a:xfrm>
            <a:off x="535781" y="2031653"/>
            <a:ext cx="3823618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 err="1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Сделано</a:t>
            </a:r>
            <a:endParaRPr lang="en-US" sz="1350" dirty="0">
              <a:solidFill>
                <a:srgbClr val="F3F3F2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35781" y="2399630"/>
            <a:ext cx="3823618" cy="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Реализованы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все ключевые функции: версионирование, снимки, </a:t>
            </a: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сравнение</a:t>
            </a:r>
            <a:endParaRPr lang="ru-RU" sz="1100" dirty="0">
              <a:solidFill>
                <a:srgbClr val="D4D4D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23520" indent="-223520">
              <a:lnSpc>
                <a:spcPct val="133000"/>
              </a:lnSpc>
              <a:buSzPct val="100000"/>
              <a:buFontTx/>
              <a:buChar char="•"/>
            </a:pP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Инструмент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закрывает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большинство </a:t>
            </a: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исходны</a:t>
            </a: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х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потребност</a:t>
            </a: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ей</a:t>
            </a:r>
            <a:endParaRPr lang="en-US" sz="1100" dirty="0">
              <a:solidFill>
                <a:srgbClr val="D4D4D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749701" y="2031653"/>
            <a:ext cx="3902943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В планах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49701" y="2399629"/>
            <a:ext cx="3902943" cy="238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Поддержка потоковой генерации (стриминг)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Поиск</a:t>
            </a:r>
            <a:r>
              <a:rPr lang="en-US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сообщений и чатов</a:t>
            </a:r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Использование текста в закрепленных сообщениях в новом </a:t>
            </a:r>
            <a:r>
              <a:rPr lang="ru-RU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промпте</a:t>
            </a:r>
            <a:endParaRPr lang="ru-RU" sz="1100" dirty="0">
              <a:solidFill>
                <a:srgbClr val="D4D4D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возможность отправлять изображения, диктовать </a:t>
            </a:r>
            <a:r>
              <a:rPr lang="ru-RU" sz="110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промпт</a:t>
            </a:r>
            <a:endParaRPr lang="ru-RU" sz="1100" dirty="0">
              <a:solidFill>
                <a:srgbClr val="D4D4D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ru-RU" sz="11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Комментарии к версиям и сообщениям</a:t>
            </a:r>
            <a:endParaRPr lang="en-US" sz="1100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133A507-597A-2288-2E06-D9F8266AE8C4}"/>
              </a:ext>
            </a:extLst>
          </p:cNvPr>
          <p:cNvSpPr/>
          <p:nvPr/>
        </p:nvSpPr>
        <p:spPr>
          <a:xfrm>
            <a:off x="7971334" y="4788386"/>
            <a:ext cx="1172666" cy="293166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714</TotalTime>
  <Words>396</Words>
  <Application>Microsoft Office PowerPoint</Application>
  <PresentationFormat>Экран (16:9)</PresentationFormat>
  <Paragraphs>63</Paragraphs>
  <Slides>9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IBM Plex Sans</vt:lpstr>
      <vt:lpstr>Roboto</vt:lpstr>
      <vt:lpstr>IBM Plex Sans Medium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Илья Лехнер</cp:lastModifiedBy>
  <cp:revision>4</cp:revision>
  <dcterms:created xsi:type="dcterms:W3CDTF">2026-08-08T08:46:21Z</dcterms:created>
  <dcterms:modified xsi:type="dcterms:W3CDTF">2026-09-05T12:38:43Z</dcterms:modified>
</cp:coreProperties>
</file>