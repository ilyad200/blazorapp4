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</p:sldIdLst>
  <p:sldSz cx="9144000" cy="5143500" type="screen16x9"/>
  <p:notesSz cx="5143500" cy="9144000"/>
  <p:embeddedFontLst>
    <p:embeddedFont>
      <p:font typeface="IBM Plex Sans" panose="020B0503050203000203" pitchFamily="34" charset="0"/>
      <p:regular r:id="rId12"/>
      <p:bold r:id="rId13"/>
      <p:italic r:id="rId14"/>
      <p:boldItalic r:id="rId15"/>
    </p:embeddedFont>
    <p:embeddedFont>
      <p:font typeface="IBM Plex Sans Medium" panose="020B0603050203000203" pitchFamily="34" charset="0"/>
      <p:regular r:id="rId16"/>
      <p:italic r:id="rId17"/>
    </p:embeddedFont>
    <p:embeddedFont>
      <p:font typeface="Roboto" panose="02000000000000000000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4D1"/>
    <a:srgbClr val="F3F3F2"/>
    <a:srgbClr val="292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8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446644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Дипломный проект · </a:t>
            </a:r>
            <a:r>
              <a:rPr lang="ru-RU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Лехнер Илья Олегович</a:t>
            </a:r>
            <a:endParaRPr lang="en-US" sz="11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658320A-7D2E-D2CB-889C-F6DB1665F9B4}"/>
              </a:ext>
            </a:extLst>
          </p:cNvPr>
          <p:cNvSpPr/>
          <p:nvPr/>
        </p:nvSpPr>
        <p:spPr>
          <a:xfrm>
            <a:off x="496119" y="184257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ct val="104000"/>
              </a:lnSpc>
            </a:pPr>
            <a:r>
              <a:rPr lang="ru-RU" sz="2800" dirty="0">
                <a:solidFill>
                  <a:srgbClr val="F3F3F2"/>
                </a:solidFill>
                <a:latin typeface="IBM Plex Sans" panose="020B0503050203000203" pitchFamily="34" charset="0"/>
              </a:rPr>
              <a:t>Разработка приложения для сравнения диалогов с языковыми моделями с возможностью редактировать сообщения</a:t>
            </a:r>
            <a:endParaRPr lang="en-US" sz="2800" dirty="0">
              <a:solidFill>
                <a:srgbClr val="F3F3F2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3237632-D15B-9C9E-A83D-335901326D6F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21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 чего всё началось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8776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Работая с разными LLM, я столкнулся с двумя проблемами, которые создавали неудобства.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74044"/>
            <a:ext cx="2622724" cy="24372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034853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Редактирование ломает историю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562820"/>
            <a:ext cx="222490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Любое изменение сообщения в чате либо создаёт ветку, либо безвозвратно удаляет все последующие ответы. Невозможно попробовать другой вариант и быстро сравнить результат.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874044"/>
            <a:ext cx="2622724" cy="24372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7610" y="203485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Сравнение — ручной труд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97610" y="2341364"/>
            <a:ext cx="22249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Сравнение ответов разных моделей требует копирования, переключения вкладок и заметок. Никакого наглядного параллельного просмотра.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874044"/>
            <a:ext cx="2622724" cy="24372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2092" y="203485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Потребность в контроле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2092" y="2341364"/>
            <a:ext cx="22249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Возникла потребность в инструменте, который я могу полностью контролировать и адаптировать под свои сценарии.</a:t>
            </a:r>
            <a:endParaRPr lang="en-US" sz="11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8413380-EBC8-A0AE-3192-24935849B9E1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15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Цели и задачи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889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Цель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52154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Создать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приложение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работы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 LLM, которое даёт неразрушающее редактирование с историей правок, восстановление контекста на любой момент диалога, наглядное сравнение двух чатов с синхронной прокруткой и подсветкой различий.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3889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Задачи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776933"/>
            <a:ext cx="212601" cy="212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0398" y="1769864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Хранение версий сообщений и снимков контекста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2492797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0398" y="2485727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Реализация двойного окна для сравнения чатов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208660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10398" y="3201591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OpenRouter для доступа к разным моделям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945806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0398" y="393873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Построение удобного интерфейса под личные нужды</a:t>
            </a:r>
            <a:endParaRPr lang="en-US" sz="11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48F61C5-F179-E1B9-BC09-8270BB881BC1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7813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Основные возможности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97235"/>
            <a:ext cx="252487" cy="252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90216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Чаты и модели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1754907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нескольких чатов, выбор любой модели, </a:t>
            </a:r>
            <a:r>
              <a:rPr lang="en-US" sz="9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добавление</a:t>
            </a: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новых</a:t>
            </a:r>
            <a:r>
              <a:rPr lang="ru-RU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моделей</a:t>
            </a: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247" y="1097235"/>
            <a:ext cx="252487" cy="252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2247" y="1490216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Версионирование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42247" y="1754907"/>
            <a:ext cx="400563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Каждое</a:t>
            </a: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редактирование</a:t>
            </a:r>
            <a:r>
              <a:rPr lang="ru-RU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сообщения</a:t>
            </a: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сохраняется как новая версия.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61679"/>
            <a:ext cx="252487" cy="2524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754660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Восстановление контекста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6119" y="3019351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Кнопка под сообщением возвращает весь чат к состоянию, которое привело к этому ответу.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247" y="2361679"/>
            <a:ext cx="252487" cy="2524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2247" y="2754660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Закреплённые сообщения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42247" y="3019351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Важные </a:t>
            </a:r>
            <a:r>
              <a:rPr lang="ru-RU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сообщения</a:t>
            </a: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всегда видны в боковой панели независимо от открытого чата.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26123"/>
            <a:ext cx="252487" cy="25248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019104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Сравнение чатов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96119" y="4283794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Экран делится пополам; синхронная прокрутка с настраиваемым смещением; пословная подсветка отличий (DiffPlex).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247" y="3626123"/>
            <a:ext cx="252487" cy="25248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2247" y="4019104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Гибкий контекст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642247" y="4283794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Можно отправить модели только часть диалога до выбранного сообщения, не затрагивая остальное.</a:t>
            </a:r>
            <a:endParaRPr lang="en-US" sz="9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3011351-D4C7-2F33-B3FC-A19758410E48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Технологии</a:t>
            </a:r>
            <a:endParaRPr lang="en-US" sz="2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CD09E5-560C-D9BB-CC2C-6BA798A818D3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067407A-5E30-28E9-32D9-434A0E7BC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542" y="865426"/>
            <a:ext cx="6006916" cy="40566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24D4DA-1E67-8AF6-60EE-018E9C58C64A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C1AF3D-8D4E-9C60-EE47-5DC85E337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3" y="645397"/>
            <a:ext cx="4576705" cy="38527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endPos="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75640D-3570-E27E-6E6D-9FE5EA4DA39E}"/>
              </a:ext>
            </a:extLst>
          </p:cNvPr>
          <p:cNvSpPr txBox="1"/>
          <p:nvPr/>
        </p:nvSpPr>
        <p:spPr>
          <a:xfrm>
            <a:off x="319142" y="645397"/>
            <a:ext cx="2544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IBM Plex Sans Medium" panose="020B0603050203000203" pitchFamily="34" charset="0"/>
              </a:rPr>
              <a:t>Структура БД</a:t>
            </a:r>
          </a:p>
        </p:txBody>
      </p:sp>
    </p:spTree>
    <p:extLst>
      <p:ext uri="{BB962C8B-B14F-4D97-AF65-F5344CB8AC3E}">
        <p14:creationId xmlns:p14="http://schemas.microsoft.com/office/powerpoint/2010/main" val="314563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Как устроена история сообщений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224" y="807021"/>
            <a:ext cx="4603552" cy="4342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12195" y="3700182"/>
            <a:ext cx="14614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Сообщение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12195" y="3994663"/>
            <a:ext cx="1461448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Слот в чате.Хранит его версии.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12676" y="1557303"/>
            <a:ext cx="146144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Версия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12676" y="1851783"/>
            <a:ext cx="1461447" cy="55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Конкретный текст. Создается при любом изменении сообщения.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978243" y="3631402"/>
            <a:ext cx="146144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Снимок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78243" y="3925882"/>
            <a:ext cx="1461447" cy="41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Фиксирует какие версии были активны.</a:t>
            </a:r>
            <a:endParaRPr lang="en-US" sz="11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F33BB03-ABD8-2767-6D52-0E92EA7114FE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113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Параллельный анализ диалогов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38486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Синхронный скролл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6119" y="1914185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прокрутке сохраняется постоянное смещение индексов. Дополнительно синхронизируется положение внутри длинных сообщений.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38486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Подсветка отличий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0" y="1914185"/>
            <a:ext cx="3203890" cy="106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Сравнение начинается с выбранной пары и идёт до конца чата. DiffPlex находит </a:t>
            </a:r>
            <a:r>
              <a:rPr lang="en-US" sz="1400" dirty="0">
                <a:solidFill>
                  <a:srgbClr val="D4D4D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пословные изменения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UI показывает цветную разметку.</a:t>
            </a:r>
            <a:endParaRPr lang="en-US" sz="14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CD4D905-7249-D08D-FB89-84E1DEB03D5E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430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Что получилось и что дальше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535781" y="2031653"/>
            <a:ext cx="382361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Сделано</a:t>
            </a:r>
            <a:endParaRPr lang="en-US" sz="1350" dirty="0">
              <a:solidFill>
                <a:srgbClr val="F3F3F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5781" y="2399630"/>
            <a:ext cx="3823618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Реализованы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все ключевые функции: версионирование, снимки,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сравнение</a:t>
            </a:r>
            <a:endParaRPr lang="ru-RU" sz="110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23520" indent="-22352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Инструмент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закрывает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большинство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исходны</a:t>
            </a:r>
            <a:r>
              <a:rPr lang="ru-RU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потребност</a:t>
            </a:r>
            <a:r>
              <a:rPr lang="ru-RU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ей</a:t>
            </a:r>
            <a:endParaRPr lang="en-US" sz="1100" dirty="0">
              <a:solidFill>
                <a:srgbClr val="D4D4D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2031653"/>
            <a:ext cx="39029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 планах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399630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Поддержка потоковой генерации (стриминг)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Улучшение интерфейса: переименование/удаление чатов, поиск, Markdown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ru-RU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Расширение функционала закрепленных сообщений, возможность «выключить» сообщения, возможность копирования содержимого сообщений.</a:t>
            </a:r>
            <a:endParaRPr lang="en-US" sz="11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133A507-597A-2288-2E06-D9F8266AE8C4}"/>
              </a:ext>
            </a:extLst>
          </p:cNvPr>
          <p:cNvSpPr/>
          <p:nvPr/>
        </p:nvSpPr>
        <p:spPr>
          <a:xfrm>
            <a:off x="7971334" y="4788386"/>
            <a:ext cx="1172666" cy="2931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400</Words>
  <Application>Microsoft Office PowerPoint</Application>
  <PresentationFormat>Экран (16:9)</PresentationFormat>
  <Paragraphs>61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Roboto</vt:lpstr>
      <vt:lpstr>IBM Plex Sans Medium</vt:lpstr>
      <vt:lpstr>Arial</vt:lpstr>
      <vt:lpstr>IBM Plex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Илья Лехнер</cp:lastModifiedBy>
  <cp:revision>3</cp:revision>
  <dcterms:created xsi:type="dcterms:W3CDTF">2026-08-08T08:46:21Z</dcterms:created>
  <dcterms:modified xsi:type="dcterms:W3CDTF">2026-08-09T10:43:23Z</dcterms:modified>
</cp:coreProperties>
</file>